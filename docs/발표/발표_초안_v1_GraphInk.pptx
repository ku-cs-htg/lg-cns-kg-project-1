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1F2430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2F3C7E"/>
            </a:solidFill>
          </c:spPr>
          <c:dPt>
            <c:idx val="2"/>
            <c:spPr>
              <a:solidFill>
                <a:srgbClr val="1A9E7A"/>
              </a:solidFill>
            </c:spPr>
          </c:dPt>
          <c:dPt>
            <c:idx val="1"/>
            <c:spPr>
              <a:solidFill>
                <a:srgbClr val="F96167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F2430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1F2430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8C0E0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F96167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FFFFF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B8C0E0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F3C7E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3C7E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1F2430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1">
                <a:solidFill>
                  <a:srgbClr val="1F2430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1F2430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00" b="0">
                <a:solidFill>
                  <a:srgbClr val="1F2430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1F2430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F96167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1F2430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1">
                <a:solidFill>
                  <a:srgbClr val="1F2430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280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1F2430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F96167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1F2430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1">
                <a:solidFill>
                  <a:srgbClr val="1F2430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F3C7E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6B7280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430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430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00" b="0">
                <a:solidFill>
                  <a:srgbClr val="1F2430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