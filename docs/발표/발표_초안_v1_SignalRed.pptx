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1A1A1A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A50034"/>
            </a:solidFill>
          </c:spPr>
          <c:dPt>
            <c:idx val="2"/>
            <c:spPr>
              <a:solidFill>
                <a:srgbClr val="2E7D32"/>
              </a:solidFill>
            </c:spPr>
          </c:dPt>
          <c:dPt>
            <c:idx val="1"/>
            <c:spPr>
              <a:solidFill>
                <a:srgbClr val="A50034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A1A1A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1A1A1A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B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0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9B8C2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9B8C2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A50034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9B8C2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FFFFF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D9B8C2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B8C2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A50034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A50034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1A1A1A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1">
                <a:solidFill>
                  <a:srgbClr val="1A1A1A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1A1A1A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1A1A1A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A50034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6B6B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1A1A1A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A50034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1A1A1A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1A1A1A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0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B8C2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